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DC6E14"/>
                </a:solidFill>
                <a:latin typeface="Arial"/>
              </a:defRPr>
            </a:pPr>
            <a:r>
              <a:t>SAP BDC AUTHORIZATION WIZARD</a:t>
            </a:r>
          </a:p>
          <a:p>
            <a:pPr>
              <a:spcBef>
                <a:spcPts val="2000"/>
              </a:spcBef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Access Governance for SAP HANA &amp; SAP Datasphere</a:t>
            </a:r>
          </a:p>
          <a:p>
            <a:pPr>
              <a:spcBef>
                <a:spcPts val="40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Transforming manual database tables into a governed, scalable, self-service authorization platform.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Agenda &amp; Discussion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1. The Access Governance Challenge (IT Bottlenecks &amp; Query Slowdowns)</a:t>
            </a:r>
          </a:p>
          <a:p>
            <a:pPr>
              <a:spcAft>
                <a:spcPts val="2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2. Platform Solution &amp; Guided 4-Step Role Creation Wizard</a:t>
            </a:r>
          </a:p>
          <a:p>
            <a:pPr>
              <a:spcAft>
                <a:spcPts val="2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3. Decentralized Self-Service (Delegating Child Roles safely)</a:t>
            </a:r>
          </a:p>
          <a:p>
            <a:pPr>
              <a:spcAft>
                <a:spcPts val="2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4. Stream-Namespaced Architecture (Isolated HANA Table Performance)</a:t>
            </a:r>
          </a:p>
          <a:p>
            <a:pPr>
              <a:spcAft>
                <a:spcPts val="2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5. Master Data Integration &amp; DRAGE Automation Engine</a:t>
            </a:r>
          </a:p>
          <a:p>
            <a:pPr>
              <a:spcAft>
                <a:spcPts val="2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6. Audit trail &amp; ROI Value Realization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The Access Governance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C6E14"/>
                </a:solidFill>
                <a:latin typeface="Arial"/>
              </a:defRPr>
            </a:pPr>
            <a:r>
              <a:t>THE MAINTENANCE BOTTLENECK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Central IT dependency limits business unit speed.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Manual SQL scripts to provision permission tables are error-prone.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Deploying changes takes days or weeks, causing business workarounds.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2415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C6E14"/>
                </a:solidFill>
                <a:latin typeface="Arial"/>
              </a:defRPr>
            </a:pPr>
            <a:r>
              <a:t>THE PERFORMANCE BOTTLENECK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Storing all permissions in a single, massive table degrades query execution speeds.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High complexity when managing different access contexts (e.g. Sales Reporting vs Sales Planning) for the same user.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Application Module Architecture</a:t>
            </a:r>
          </a:p>
        </p:txBody>
      </p:sp>
      <p:pic>
        <p:nvPicPr>
          <p:cNvPr id="3" name="Picture 2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00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4630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C6E14"/>
                </a:solidFill>
                <a:latin typeface="Arial"/>
              </a:defRPr>
            </a:pPr>
            <a:r>
              <a:t>INTEGRATED PLATFORM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✔ Structured React UI for fast rule configuration &amp; access simulation.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✔ Thin CAP backend services handling caching, replication queues, and sync mappings.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✔ Target system deployment directly to custom SAP HANA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Decentralized Self-Service &amp; Role Inheritance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DC6E14"/>
                </a:solidFill>
                <a:latin typeface="Arial"/>
              </a:defRPr>
            </a:pPr>
            <a:r>
              <a:t>DELEGATING LOCAL CONTROL WITHOUT SECURITY RISK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IT Core Management: Central IT Security controls the global Parent (Single) Roles defining standard dimensions.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Local Autonomy: Regional admins are granted only the 'manage derived roles' permission. They cannot modify structural templates but can autonomously create sub-roles and assign permissions to their local teams.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Automatic Cascade: Any updates made to the parent template dynamically propagate down to all derived child roles, preserving security integrity.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Classification Streams &amp; Dedicated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DC6E14"/>
                </a:solidFill>
                <a:latin typeface="Arial"/>
              </a:defRPr>
            </a:pPr>
            <a:r>
              <a:t>ISOLATING DATABASES BY BUSINESS DOMAIN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Namespaced HANA Tables: Every Stream (e.g. Sales, Finance) dynamically provisions a separate, small database table: [stream_name]_flat_authorizations.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Performance Boost: Segregating rules into isolated tables keeps indices small and ensures database queries remain near-instantaneous.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Split Access Contexts: A user can hold a reporting role in the 'sales-reporting' stream and a planning role in the 'sales-planning' stream. Since the tables are separate, their scopes never collide or blend.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Predefined View 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DC6E14"/>
                </a:solidFill>
                <a:latin typeface="Arial"/>
              </a:defRPr>
            </a:pPr>
            <a:r>
              <a:t>ELIMINATING SCHEMA AND VIEW DUPLICATION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Standard Modeling Integration: The wizard links directly to the existing predefined views already used for general data modeling in SAP BDC.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Zero Extra Overhead: Eliminates the requirement to build and maintain separate database views just to feed security restriction dropdowns.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In-Sync Lookups: Since it reads the live master data views, all available values are always current and consistent.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DRAGE: Automated Role Generation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DC6E14"/>
                </a:solidFill>
                <a:latin typeface="Arial"/>
              </a:defRPr>
            </a:pPr>
            <a:r>
              <a:t>DYNAMIC SECURITY IN SYNC WITH MASTER DATA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Automated Lifecycle: Automatically creates roles and assigns users based on ownership information in BDC Assets.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Idempotent Rule Sync: DRAGE scans, groups, and maps users. It updates active assignments and cleans up obsolete permissions automatically on sync.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The Ignore Option: Allows mapping key columns as 'Ignore'—validating their presence on records while skipping restriction building to avoid cluttered target roles.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Guided Wizard &amp; Access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DC6E14"/>
                </a:solidFill>
                <a:latin typeface="Arial"/>
              </a:defRPr>
            </a:pPr>
            <a:r>
              <a:t>PREVENTING ERRORS WITH A GUIDED FLOW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4-Step Flow: Walk administrators through Origin, Restrictions, Approver assignment, and Final review.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Access Simulation: Run test checks during step 2. Enter hypothetical records in JSON to visualize what data the user can view before saving rules.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Downstream Impact Analysis: Displays warnings detailing exactly how editing a parent role will alter inherited permissions for child roles and active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C6E14"/>
                </a:solidFill>
                <a:latin typeface="Arial"/>
              </a:defRPr>
            </a:pPr>
            <a:r>
              <a:t>Why SAP BDC Authorization Wizard?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DELIVERING COMPLIANCE, AGILITY, AND DATABASE PERFORMANCE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✔ Agility: Access setup drops from days to minutes through secure self-service role derivation.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✔ Database Speed: Stream-isolated namespaced flat tables avoid single-table database bottlenecks.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✔ Compliance Ready: Automatic field-level diff logging provides clean, immutable compliance audit trails.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✔ IT Cost Reduction: Automated dynamic generation via DRAGE eliminates manual ticket resolution costs.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